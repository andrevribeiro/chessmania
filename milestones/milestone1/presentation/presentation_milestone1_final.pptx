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3" r:id="rId1"/>
  </p:sldMasterIdLst>
  <p:notesMasterIdLst>
    <p:notesMasterId r:id="rId17"/>
  </p:notesMasterIdLst>
  <p:sldIdLst>
    <p:sldId id="256" r:id="rId2"/>
    <p:sldId id="257" r:id="rId3"/>
    <p:sldId id="258" r:id="rId4"/>
    <p:sldId id="261" r:id="rId5"/>
    <p:sldId id="262" r:id="rId6"/>
    <p:sldId id="264" r:id="rId7"/>
    <p:sldId id="265" r:id="rId8"/>
    <p:sldId id="259" r:id="rId9"/>
    <p:sldId id="260" r:id="rId10"/>
    <p:sldId id="266" r:id="rId11"/>
    <p:sldId id="269" r:id="rId12"/>
    <p:sldId id="268" r:id="rId13"/>
    <p:sldId id="267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9292"/>
    <a:srgbClr val="4B8E6A"/>
    <a:srgbClr val="5DB0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EE7CA9-63CB-4287-97A6-5F0A41D8F7AA}" v="36" dt="2021-03-16T19:44:27.7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07"/>
    <p:restoredTop sz="94703"/>
  </p:normalViewPr>
  <p:slideViewPr>
    <p:cSldViewPr snapToGrid="0" snapToObjects="1">
      <p:cViewPr varScale="1">
        <p:scale>
          <a:sx n="72" d="100"/>
          <a:sy n="72" d="100"/>
        </p:scale>
        <p:origin x="-666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 Ribeiro" userId="f75bd1a205e8c0d6" providerId="LiveId" clId="{81EE7CA9-63CB-4287-97A6-5F0A41D8F7AA}"/>
    <pc:docChg chg="undo custSel addSld delSld modSld sldOrd">
      <pc:chgData name="André Ribeiro" userId="f75bd1a205e8c0d6" providerId="LiveId" clId="{81EE7CA9-63CB-4287-97A6-5F0A41D8F7AA}" dt="2021-03-16T19:55:21.566" v="2133" actId="2696"/>
      <pc:docMkLst>
        <pc:docMk/>
      </pc:docMkLst>
      <pc:sldChg chg="modSp">
        <pc:chgData name="André Ribeiro" userId="f75bd1a205e8c0d6" providerId="LiveId" clId="{81EE7CA9-63CB-4287-97A6-5F0A41D8F7AA}" dt="2021-03-16T15:40:54.637" v="7" actId="20577"/>
        <pc:sldMkLst>
          <pc:docMk/>
          <pc:sldMk cId="934402229" sldId="256"/>
        </pc:sldMkLst>
        <pc:spChg chg="mod">
          <ac:chgData name="André Ribeiro" userId="f75bd1a205e8c0d6" providerId="LiveId" clId="{81EE7CA9-63CB-4287-97A6-5F0A41D8F7AA}" dt="2021-03-16T15:40:54.637" v="7" actId="20577"/>
          <ac:spMkLst>
            <pc:docMk/>
            <pc:sldMk cId="934402229" sldId="256"/>
            <ac:spMk id="2" creationId="{71B06A48-4ED9-B347-979D-7D035423F459}"/>
          </ac:spMkLst>
        </pc:spChg>
      </pc:sldChg>
      <pc:sldChg chg="addSp delSp modSp mod ord">
        <pc:chgData name="André Ribeiro" userId="f75bd1a205e8c0d6" providerId="LiveId" clId="{81EE7CA9-63CB-4287-97A6-5F0A41D8F7AA}" dt="2021-03-16T19:50:03.065" v="2132" actId="20577"/>
        <pc:sldMkLst>
          <pc:docMk/>
          <pc:sldMk cId="1119610884" sldId="258"/>
        </pc:sldMkLst>
        <pc:spChg chg="mod">
          <ac:chgData name="André Ribeiro" userId="f75bd1a205e8c0d6" providerId="LiveId" clId="{81EE7CA9-63CB-4287-97A6-5F0A41D8F7AA}" dt="2021-03-16T17:59:20.128" v="1111" actId="20577"/>
          <ac:spMkLst>
            <pc:docMk/>
            <pc:sldMk cId="1119610884" sldId="258"/>
            <ac:spMk id="2" creationId="{E78E59DF-BBB5-FF4A-9D2A-2E61C3160ACB}"/>
          </ac:spMkLst>
        </pc:spChg>
        <pc:spChg chg="mod">
          <ac:chgData name="André Ribeiro" userId="f75bd1a205e8c0d6" providerId="LiveId" clId="{81EE7CA9-63CB-4287-97A6-5F0A41D8F7AA}" dt="2021-03-16T19:50:03.065" v="2132" actId="20577"/>
          <ac:spMkLst>
            <pc:docMk/>
            <pc:sldMk cId="1119610884" sldId="258"/>
            <ac:spMk id="3" creationId="{42467EB2-B0F1-E84D-A9DA-816E4455A9C7}"/>
          </ac:spMkLst>
        </pc:spChg>
        <pc:spChg chg="add del mod">
          <ac:chgData name="André Ribeiro" userId="f75bd1a205e8c0d6" providerId="LiveId" clId="{81EE7CA9-63CB-4287-97A6-5F0A41D8F7AA}" dt="2021-03-16T17:51:27.660" v="1048" actId="478"/>
          <ac:spMkLst>
            <pc:docMk/>
            <pc:sldMk cId="1119610884" sldId="258"/>
            <ac:spMk id="4" creationId="{C5236F5F-A74D-4355-89E5-FD54EF160A2B}"/>
          </ac:spMkLst>
        </pc:spChg>
      </pc:sldChg>
      <pc:sldChg chg="addSp modSp mod">
        <pc:chgData name="André Ribeiro" userId="f75bd1a205e8c0d6" providerId="LiveId" clId="{81EE7CA9-63CB-4287-97A6-5F0A41D8F7AA}" dt="2021-03-16T18:32:30.177" v="1429" actId="1076"/>
        <pc:sldMkLst>
          <pc:docMk/>
          <pc:sldMk cId="3141757420" sldId="261"/>
        </pc:sldMkLst>
        <pc:spChg chg="mod">
          <ac:chgData name="André Ribeiro" userId="f75bd1a205e8c0d6" providerId="LiveId" clId="{81EE7CA9-63CB-4287-97A6-5F0A41D8F7AA}" dt="2021-03-16T17:45:39.668" v="982" actId="1076"/>
          <ac:spMkLst>
            <pc:docMk/>
            <pc:sldMk cId="3141757420" sldId="261"/>
            <ac:spMk id="2" creationId="{CB066AF7-8D24-7D4E-AEDC-191967955EAB}"/>
          </ac:spMkLst>
        </pc:spChg>
        <pc:spChg chg="add mod">
          <ac:chgData name="André Ribeiro" userId="f75bd1a205e8c0d6" providerId="LiveId" clId="{81EE7CA9-63CB-4287-97A6-5F0A41D8F7AA}" dt="2021-03-16T18:32:30.177" v="1429" actId="1076"/>
          <ac:spMkLst>
            <pc:docMk/>
            <pc:sldMk cId="3141757420" sldId="261"/>
            <ac:spMk id="4" creationId="{76340785-A82B-47F9-9C2F-9E92B271F6E2}"/>
          </ac:spMkLst>
        </pc:spChg>
        <pc:picChg chg="mod">
          <ac:chgData name="André Ribeiro" userId="f75bd1a205e8c0d6" providerId="LiveId" clId="{81EE7CA9-63CB-4287-97A6-5F0A41D8F7AA}" dt="2021-03-16T17:40:48.887" v="834" actId="1076"/>
          <ac:picMkLst>
            <pc:docMk/>
            <pc:sldMk cId="3141757420" sldId="261"/>
            <ac:picMk id="5" creationId="{7C1D7128-60EE-4363-AFE1-CDC151347166}"/>
          </ac:picMkLst>
        </pc:picChg>
      </pc:sldChg>
      <pc:sldChg chg="addSp delSp modSp mod">
        <pc:chgData name="André Ribeiro" userId="f75bd1a205e8c0d6" providerId="LiveId" clId="{81EE7CA9-63CB-4287-97A6-5F0A41D8F7AA}" dt="2021-03-16T18:35:44.940" v="1588" actId="20577"/>
        <pc:sldMkLst>
          <pc:docMk/>
          <pc:sldMk cId="331482913" sldId="262"/>
        </pc:sldMkLst>
        <pc:spChg chg="add mod">
          <ac:chgData name="André Ribeiro" userId="f75bd1a205e8c0d6" providerId="LiveId" clId="{81EE7CA9-63CB-4287-97A6-5F0A41D8F7AA}" dt="2021-03-16T18:15:42.333" v="1302" actId="1036"/>
          <ac:spMkLst>
            <pc:docMk/>
            <pc:sldMk cId="331482913" sldId="262"/>
            <ac:spMk id="2" creationId="{94D7A819-BAFE-4422-B3B8-9F01403D463E}"/>
          </ac:spMkLst>
        </pc:spChg>
        <pc:spChg chg="add mod">
          <ac:chgData name="André Ribeiro" userId="f75bd1a205e8c0d6" providerId="LiveId" clId="{81EE7CA9-63CB-4287-97A6-5F0A41D8F7AA}" dt="2021-03-16T18:17:02.583" v="1395" actId="313"/>
          <ac:spMkLst>
            <pc:docMk/>
            <pc:sldMk cId="331482913" sldId="262"/>
            <ac:spMk id="6" creationId="{715F7506-915D-4CFD-8C58-FE423C5E2295}"/>
          </ac:spMkLst>
        </pc:spChg>
        <pc:spChg chg="add mod">
          <ac:chgData name="André Ribeiro" userId="f75bd1a205e8c0d6" providerId="LiveId" clId="{81EE7CA9-63CB-4287-97A6-5F0A41D8F7AA}" dt="2021-03-16T18:35:44.940" v="1588" actId="20577"/>
          <ac:spMkLst>
            <pc:docMk/>
            <pc:sldMk cId="331482913" sldId="262"/>
            <ac:spMk id="8" creationId="{90C026CA-1B28-4507-96C1-435E17301897}"/>
          </ac:spMkLst>
        </pc:spChg>
        <pc:picChg chg="mod">
          <ac:chgData name="André Ribeiro" userId="f75bd1a205e8c0d6" providerId="LiveId" clId="{81EE7CA9-63CB-4287-97A6-5F0A41D8F7AA}" dt="2021-03-16T17:57:51.886" v="1102" actId="1076"/>
          <ac:picMkLst>
            <pc:docMk/>
            <pc:sldMk cId="331482913" sldId="262"/>
            <ac:picMk id="5" creationId="{17356555-3D7D-4209-A3A9-E848F318D4CA}"/>
          </ac:picMkLst>
        </pc:picChg>
        <pc:picChg chg="mod">
          <ac:chgData name="André Ribeiro" userId="f75bd1a205e8c0d6" providerId="LiveId" clId="{81EE7CA9-63CB-4287-97A6-5F0A41D8F7AA}" dt="2021-03-16T17:57:49.981" v="1101" actId="1076"/>
          <ac:picMkLst>
            <pc:docMk/>
            <pc:sldMk cId="331482913" sldId="262"/>
            <ac:picMk id="7" creationId="{CA57F8AC-6044-467E-87D1-CA1B04B37901}"/>
          </ac:picMkLst>
        </pc:picChg>
        <pc:picChg chg="del mod">
          <ac:chgData name="André Ribeiro" userId="f75bd1a205e8c0d6" providerId="LiveId" clId="{81EE7CA9-63CB-4287-97A6-5F0A41D8F7AA}" dt="2021-03-16T17:57:39.991" v="1098" actId="478"/>
          <ac:picMkLst>
            <pc:docMk/>
            <pc:sldMk cId="331482913" sldId="262"/>
            <ac:picMk id="9" creationId="{3CB16C03-1D50-470C-9363-35BEA80197FD}"/>
          </ac:picMkLst>
        </pc:picChg>
        <pc:picChg chg="del">
          <ac:chgData name="André Ribeiro" userId="f75bd1a205e8c0d6" providerId="LiveId" clId="{81EE7CA9-63CB-4287-97A6-5F0A41D8F7AA}" dt="2021-03-16T17:57:41.130" v="1099" actId="478"/>
          <ac:picMkLst>
            <pc:docMk/>
            <pc:sldMk cId="331482913" sldId="262"/>
            <ac:picMk id="11" creationId="{572EEA05-B616-4A52-9F93-6C16B83CCD30}"/>
          </ac:picMkLst>
        </pc:picChg>
      </pc:sldChg>
      <pc:sldChg chg="addSp delSp modSp new del mod">
        <pc:chgData name="André Ribeiro" userId="f75bd1a205e8c0d6" providerId="LiveId" clId="{81EE7CA9-63CB-4287-97A6-5F0A41D8F7AA}" dt="2021-03-16T19:55:21.566" v="2133" actId="2696"/>
        <pc:sldMkLst>
          <pc:docMk/>
          <pc:sldMk cId="4217805021" sldId="263"/>
        </pc:sldMkLst>
        <pc:spChg chg="del">
          <ac:chgData name="André Ribeiro" userId="f75bd1a205e8c0d6" providerId="LiveId" clId="{81EE7CA9-63CB-4287-97A6-5F0A41D8F7AA}" dt="2021-03-16T17:01:23.339" v="350" actId="478"/>
          <ac:spMkLst>
            <pc:docMk/>
            <pc:sldMk cId="4217805021" sldId="263"/>
            <ac:spMk id="2" creationId="{6A6E5EDE-C2FE-480C-9DB9-E74EADFE8F49}"/>
          </ac:spMkLst>
        </pc:spChg>
        <pc:spChg chg="del">
          <ac:chgData name="André Ribeiro" userId="f75bd1a205e8c0d6" providerId="LiveId" clId="{81EE7CA9-63CB-4287-97A6-5F0A41D8F7AA}" dt="2021-03-16T17:01:21.536" v="349" actId="478"/>
          <ac:spMkLst>
            <pc:docMk/>
            <pc:sldMk cId="4217805021" sldId="263"/>
            <ac:spMk id="3" creationId="{66AAEED4-6A89-45FF-85CF-5EF3922C9D29}"/>
          </ac:spMkLst>
        </pc:spChg>
        <pc:spChg chg="add mod">
          <ac:chgData name="André Ribeiro" userId="f75bd1a205e8c0d6" providerId="LiveId" clId="{81EE7CA9-63CB-4287-97A6-5F0A41D8F7AA}" dt="2021-03-16T19:17:23.382" v="2113" actId="12"/>
          <ac:spMkLst>
            <pc:docMk/>
            <pc:sldMk cId="4217805021" sldId="263"/>
            <ac:spMk id="4" creationId="{56D45BD3-11B7-471D-80BB-86676A469D18}"/>
          </ac:spMkLst>
        </pc:spChg>
        <pc:spChg chg="add mod">
          <ac:chgData name="André Ribeiro" userId="f75bd1a205e8c0d6" providerId="LiveId" clId="{81EE7CA9-63CB-4287-97A6-5F0A41D8F7AA}" dt="2021-03-16T19:17:10.109" v="2107" actId="20577"/>
          <ac:spMkLst>
            <pc:docMk/>
            <pc:sldMk cId="4217805021" sldId="263"/>
            <ac:spMk id="5" creationId="{B67CABED-3467-4A79-B6B6-C0EA62B64FA4}"/>
          </ac:spMkLst>
        </pc:spChg>
        <pc:spChg chg="add del mod">
          <ac:chgData name="André Ribeiro" userId="f75bd1a205e8c0d6" providerId="LiveId" clId="{81EE7CA9-63CB-4287-97A6-5F0A41D8F7AA}" dt="2021-03-16T19:44:27.727" v="2129"/>
          <ac:spMkLst>
            <pc:docMk/>
            <pc:sldMk cId="4217805021" sldId="263"/>
            <ac:spMk id="6" creationId="{388E2D54-7484-45C2-8EDD-4A41A3ED4FA8}"/>
          </ac:spMkLst>
        </pc:spChg>
        <pc:spChg chg="add del mod">
          <ac:chgData name="André Ribeiro" userId="f75bd1a205e8c0d6" providerId="LiveId" clId="{81EE7CA9-63CB-4287-97A6-5F0A41D8F7AA}" dt="2021-03-16T19:44:27.390" v="2128"/>
          <ac:spMkLst>
            <pc:docMk/>
            <pc:sldMk cId="4217805021" sldId="263"/>
            <ac:spMk id="7" creationId="{B79FAB02-0E14-4628-9F3F-13F68479BA9D}"/>
          </ac:spMkLst>
        </pc:spChg>
        <pc:spChg chg="add del mod">
          <ac:chgData name="André Ribeiro" userId="f75bd1a205e8c0d6" providerId="LiveId" clId="{81EE7CA9-63CB-4287-97A6-5F0A41D8F7AA}" dt="2021-03-16T19:44:27.174" v="2127"/>
          <ac:spMkLst>
            <pc:docMk/>
            <pc:sldMk cId="4217805021" sldId="263"/>
            <ac:spMk id="8" creationId="{CC6A2E27-02AE-431A-B06F-810A367AC739}"/>
          </ac:spMkLst>
        </pc:spChg>
        <pc:spChg chg="add del mod">
          <ac:chgData name="André Ribeiro" userId="f75bd1a205e8c0d6" providerId="LiveId" clId="{81EE7CA9-63CB-4287-97A6-5F0A41D8F7AA}" dt="2021-03-16T19:44:26.956" v="2126"/>
          <ac:spMkLst>
            <pc:docMk/>
            <pc:sldMk cId="4217805021" sldId="263"/>
            <ac:spMk id="9" creationId="{F8CCCE25-5CB1-4045-B162-16E8D679FC01}"/>
          </ac:spMkLst>
        </pc:spChg>
        <pc:spChg chg="add del mod">
          <ac:chgData name="André Ribeiro" userId="f75bd1a205e8c0d6" providerId="LiveId" clId="{81EE7CA9-63CB-4287-97A6-5F0A41D8F7AA}" dt="2021-03-16T19:44:26.761" v="2125"/>
          <ac:spMkLst>
            <pc:docMk/>
            <pc:sldMk cId="4217805021" sldId="263"/>
            <ac:spMk id="10" creationId="{5C3DA777-4F6A-499B-8A65-309E0545F535}"/>
          </ac:spMkLst>
        </pc:spChg>
        <pc:spChg chg="add del mod">
          <ac:chgData name="André Ribeiro" userId="f75bd1a205e8c0d6" providerId="LiveId" clId="{81EE7CA9-63CB-4287-97A6-5F0A41D8F7AA}" dt="2021-03-16T19:44:26.553" v="2124"/>
          <ac:spMkLst>
            <pc:docMk/>
            <pc:sldMk cId="4217805021" sldId="263"/>
            <ac:spMk id="11" creationId="{7680FDC9-D911-4128-A7EF-893CB3D49484}"/>
          </ac:spMkLst>
        </pc:spChg>
        <pc:spChg chg="add del mod">
          <ac:chgData name="André Ribeiro" userId="f75bd1a205e8c0d6" providerId="LiveId" clId="{81EE7CA9-63CB-4287-97A6-5F0A41D8F7AA}" dt="2021-03-16T19:44:26.360" v="2123"/>
          <ac:spMkLst>
            <pc:docMk/>
            <pc:sldMk cId="4217805021" sldId="263"/>
            <ac:spMk id="12" creationId="{8A3A0149-B00C-4FE7-8392-CDD21924F0E3}"/>
          </ac:spMkLst>
        </pc:spChg>
        <pc:spChg chg="add del mod">
          <ac:chgData name="André Ribeiro" userId="f75bd1a205e8c0d6" providerId="LiveId" clId="{81EE7CA9-63CB-4287-97A6-5F0A41D8F7AA}" dt="2021-03-16T19:44:26.110" v="2122"/>
          <ac:spMkLst>
            <pc:docMk/>
            <pc:sldMk cId="4217805021" sldId="263"/>
            <ac:spMk id="13" creationId="{C7CCDA79-B960-43B1-8A13-C418561B9590}"/>
          </ac:spMkLst>
        </pc:spChg>
      </pc:sldChg>
      <pc:sldChg chg="addSp delSp modSp new mod">
        <pc:chgData name="André Ribeiro" userId="f75bd1a205e8c0d6" providerId="LiveId" clId="{81EE7CA9-63CB-4287-97A6-5F0A41D8F7AA}" dt="2021-03-16T19:08:31.641" v="2094" actId="20577"/>
        <pc:sldMkLst>
          <pc:docMk/>
          <pc:sldMk cId="4082129089" sldId="264"/>
        </pc:sldMkLst>
        <pc:spChg chg="del">
          <ac:chgData name="André Ribeiro" userId="f75bd1a205e8c0d6" providerId="LiveId" clId="{81EE7CA9-63CB-4287-97A6-5F0A41D8F7AA}" dt="2021-03-16T17:57:28.291" v="1096" actId="478"/>
          <ac:spMkLst>
            <pc:docMk/>
            <pc:sldMk cId="4082129089" sldId="264"/>
            <ac:spMk id="2" creationId="{205C9C20-1AA0-428E-B927-2681A41D4AD0}"/>
          </ac:spMkLst>
        </pc:spChg>
        <pc:spChg chg="del">
          <ac:chgData name="André Ribeiro" userId="f75bd1a205e8c0d6" providerId="LiveId" clId="{81EE7CA9-63CB-4287-97A6-5F0A41D8F7AA}" dt="2021-03-16T17:57:26.445" v="1095" actId="478"/>
          <ac:spMkLst>
            <pc:docMk/>
            <pc:sldMk cId="4082129089" sldId="264"/>
            <ac:spMk id="3" creationId="{D0E511AA-1304-4D1E-87C4-1EDDE3F91E12}"/>
          </ac:spMkLst>
        </pc:spChg>
        <pc:spChg chg="add mod">
          <ac:chgData name="André Ribeiro" userId="f75bd1a205e8c0d6" providerId="LiveId" clId="{81EE7CA9-63CB-4287-97A6-5F0A41D8F7AA}" dt="2021-03-16T18:44:04.495" v="1766" actId="1076"/>
          <ac:spMkLst>
            <pc:docMk/>
            <pc:sldMk cId="4082129089" sldId="264"/>
            <ac:spMk id="6" creationId="{9B7A5243-D491-4870-9B33-D45975D6A5D5}"/>
          </ac:spMkLst>
        </pc:spChg>
        <pc:spChg chg="add mod">
          <ac:chgData name="André Ribeiro" userId="f75bd1a205e8c0d6" providerId="LiveId" clId="{81EE7CA9-63CB-4287-97A6-5F0A41D8F7AA}" dt="2021-03-16T18:45:46.442" v="1859" actId="1076"/>
          <ac:spMkLst>
            <pc:docMk/>
            <pc:sldMk cId="4082129089" sldId="264"/>
            <ac:spMk id="7" creationId="{D1468353-E2B7-42CC-9C38-9AC58DC73DEC}"/>
          </ac:spMkLst>
        </pc:spChg>
        <pc:spChg chg="add mod">
          <ac:chgData name="André Ribeiro" userId="f75bd1a205e8c0d6" providerId="LiveId" clId="{81EE7CA9-63CB-4287-97A6-5F0A41D8F7AA}" dt="2021-03-16T18:46:29.659" v="1866" actId="1037"/>
          <ac:spMkLst>
            <pc:docMk/>
            <pc:sldMk cId="4082129089" sldId="264"/>
            <ac:spMk id="8" creationId="{06238FA4-2C4B-4F34-83B1-6219F650107B}"/>
          </ac:spMkLst>
        </pc:spChg>
        <pc:spChg chg="add mod">
          <ac:chgData name="André Ribeiro" userId="f75bd1a205e8c0d6" providerId="LiveId" clId="{81EE7CA9-63CB-4287-97A6-5F0A41D8F7AA}" dt="2021-03-16T18:57:21.987" v="1982" actId="1076"/>
          <ac:spMkLst>
            <pc:docMk/>
            <pc:sldMk cId="4082129089" sldId="264"/>
            <ac:spMk id="9" creationId="{81373BAF-E56B-47E8-B685-D67FA363E65B}"/>
          </ac:spMkLst>
        </pc:spChg>
        <pc:spChg chg="add mod">
          <ac:chgData name="André Ribeiro" userId="f75bd1a205e8c0d6" providerId="LiveId" clId="{81EE7CA9-63CB-4287-97A6-5F0A41D8F7AA}" dt="2021-03-16T19:08:31.641" v="2094" actId="20577"/>
          <ac:spMkLst>
            <pc:docMk/>
            <pc:sldMk cId="4082129089" sldId="264"/>
            <ac:spMk id="10" creationId="{77ECFF1C-C9E9-47DE-A115-6600B6D2F730}"/>
          </ac:spMkLst>
        </pc:spChg>
        <pc:spChg chg="add mod">
          <ac:chgData name="André Ribeiro" userId="f75bd1a205e8c0d6" providerId="LiveId" clId="{81EE7CA9-63CB-4287-97A6-5F0A41D8F7AA}" dt="2021-03-16T19:07:38.386" v="2093" actId="208"/>
          <ac:spMkLst>
            <pc:docMk/>
            <pc:sldMk cId="4082129089" sldId="264"/>
            <ac:spMk id="11" creationId="{6E14F2FA-FEC7-4D8A-AF3C-97F2D495677D}"/>
          </ac:spMkLst>
        </pc:spChg>
        <pc:picChg chg="add del mod">
          <ac:chgData name="André Ribeiro" userId="f75bd1a205e8c0d6" providerId="LiveId" clId="{81EE7CA9-63CB-4287-97A6-5F0A41D8F7AA}" dt="2021-03-16T18:37:39.079" v="1615" actId="478"/>
          <ac:picMkLst>
            <pc:docMk/>
            <pc:sldMk cId="4082129089" sldId="264"/>
            <ac:picMk id="4" creationId="{FED098C5-F3AB-48B2-BB14-84B93F1209C6}"/>
          </ac:picMkLst>
        </pc:picChg>
        <pc:picChg chg="add mod">
          <ac:chgData name="André Ribeiro" userId="f75bd1a205e8c0d6" providerId="LiveId" clId="{81EE7CA9-63CB-4287-97A6-5F0A41D8F7AA}" dt="2021-03-16T18:57:27.860" v="2004" actId="1035"/>
          <ac:picMkLst>
            <pc:docMk/>
            <pc:sldMk cId="4082129089" sldId="264"/>
            <ac:picMk id="5" creationId="{6D896314-D920-4438-872F-E7FE78AF08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33625-4FB9-E944-AEB7-F7A767A66939}" type="datetimeFigureOut">
              <a:rPr lang="de-DE" smtClean="0"/>
              <a:t>17.03.2021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92AAC-AE2A-294F-97D7-A3E1F6AF0A8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20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F92AAC-AE2A-294F-97D7-A3E1F6AF0A8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3739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3/17/2021</a:t>
            </a:fld>
            <a:endParaRPr lang="en-US" sz="1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2076958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3/17/2021</a:t>
            </a:fld>
            <a:endParaRPr lang="en-US" sz="1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737591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A8D24A4-5FEC-4062-8995-EB21925B3B40}" type="datetime1">
              <a:rPr lang="en-US" smtClean="0"/>
              <a:t>3/17/2021</a:t>
            </a:fld>
            <a:endParaRPr lang="en-US" sz="1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sz="100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3151476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3/17/2021</a:t>
            </a:fld>
            <a:endParaRPr lang="en-US" sz="1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4952235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3/17/2021</a:t>
            </a:fld>
            <a:endParaRPr lang="en-US" sz="100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98904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3/17/2021</a:t>
            </a:fld>
            <a:endParaRPr lang="en-US" sz="1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9871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3/17/2021</a:t>
            </a:fld>
            <a:endParaRPr lang="en-US" sz="10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3811197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3/17/2021</a:t>
            </a:fld>
            <a:endParaRPr lang="en-US" sz="10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3895351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3/17/2021</a:t>
            </a:fld>
            <a:endParaRPr lang="en-US" sz="1000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236248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3/17/2021</a:t>
            </a:fld>
            <a:endParaRPr lang="en-US" sz="1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5759395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D24A4-5FEC-4062-8995-EB21925B3B40}" type="datetime1">
              <a:rPr lang="en-US" smtClean="0"/>
              <a:t>3/17/2021</a:t>
            </a:fld>
            <a:endParaRPr lang="en-US" sz="1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7166690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4A8D24A4-5FEC-4062-8995-EB21925B3B40}" type="datetime1">
              <a:rPr lang="en-US" smtClean="0"/>
              <a:t>3/17/2021</a:t>
            </a:fld>
            <a:endParaRPr lang="en-US" sz="1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sz="100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22352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ess knights head to head">
            <a:extLst>
              <a:ext uri="{FF2B5EF4-FFF2-40B4-BE49-F238E27FC236}">
                <a16:creationId xmlns:a16="http://schemas.microsoft.com/office/drawing/2014/main" xmlns="" id="{F64D87EA-A28A-4599-9507-8BE905B1AB9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0000"/>
          </a:blip>
          <a:srcRect t="16646" r="-1" b="-1"/>
          <a:stretch/>
        </p:blipFill>
        <p:spPr>
          <a:xfrm>
            <a:off x="0" y="10"/>
            <a:ext cx="12188951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xmlns="" id="{71B06A48-4ED9-B347-979D-7D035423F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2606" y="1122363"/>
            <a:ext cx="7063739" cy="2387600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FFFFFF"/>
                </a:solidFill>
              </a:rPr>
              <a:t>Chess Mania !</a:t>
            </a:r>
            <a:br>
              <a:rPr lang="de-DE" dirty="0">
                <a:solidFill>
                  <a:srgbClr val="FFFFFF"/>
                </a:solidFill>
              </a:rPr>
            </a:br>
            <a:r>
              <a:rPr lang="de-DE" sz="2200" dirty="0">
                <a:solidFill>
                  <a:srgbClr val="FFFFFF"/>
                </a:solidFill>
              </a:rPr>
              <a:t>(Vierschach)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xmlns="" id="{7638E53E-B859-9D4F-86E3-3A907EBD65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2606" y="3528219"/>
            <a:ext cx="7063739" cy="1655762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FFFFFF"/>
                </a:solidFill>
              </a:rPr>
              <a:t>Meilenstein I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xmlns="" id="{E01D6D51-477C-BA44-9910-817D3C1DE333}"/>
              </a:ext>
            </a:extLst>
          </p:cNvPr>
          <p:cNvSpPr txBox="1"/>
          <p:nvPr/>
        </p:nvSpPr>
        <p:spPr>
          <a:xfrm>
            <a:off x="8884508" y="5404679"/>
            <a:ext cx="54369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Mark </a:t>
            </a:r>
            <a:r>
              <a:rPr lang="de-DE" dirty="0" err="1">
                <a:solidFill>
                  <a:schemeClr val="bg1"/>
                </a:solidFill>
              </a:rPr>
              <a:t>Starzynski</a:t>
            </a:r>
            <a:endParaRPr lang="de-DE" dirty="0">
              <a:solidFill>
                <a:schemeClr val="bg1"/>
              </a:solidFill>
            </a:endParaRPr>
          </a:p>
          <a:p>
            <a:r>
              <a:rPr lang="de-DE" dirty="0">
                <a:solidFill>
                  <a:schemeClr val="bg1"/>
                </a:solidFill>
              </a:rPr>
              <a:t>Marton </a:t>
            </a:r>
            <a:r>
              <a:rPr lang="de-DE" dirty="0" err="1">
                <a:solidFill>
                  <a:schemeClr val="bg1"/>
                </a:solidFill>
              </a:rPr>
              <a:t>Juhasz</a:t>
            </a:r>
            <a:endParaRPr lang="de-DE" dirty="0">
              <a:solidFill>
                <a:schemeClr val="bg1"/>
              </a:solidFill>
            </a:endParaRPr>
          </a:p>
          <a:p>
            <a:r>
              <a:rPr lang="de-DE" dirty="0">
                <a:solidFill>
                  <a:schemeClr val="bg1"/>
                </a:solidFill>
              </a:rPr>
              <a:t>André Vieira Ribeiro</a:t>
            </a:r>
          </a:p>
          <a:p>
            <a:r>
              <a:rPr lang="de-DE" dirty="0">
                <a:solidFill>
                  <a:schemeClr val="bg1"/>
                </a:solidFill>
              </a:rPr>
              <a:t>Mirjam Brunner</a:t>
            </a:r>
          </a:p>
        </p:txBody>
      </p:sp>
    </p:spTree>
    <p:extLst>
      <p:ext uri="{BB962C8B-B14F-4D97-AF65-F5344CB8AC3E}">
        <p14:creationId xmlns:p14="http://schemas.microsoft.com/office/powerpoint/2010/main" val="93440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8B9DE471-3AAE-A341-99E3-50AB12F40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Spiel &amp; Spielregeln (Vierschach)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xmlns="" id="{11A0D031-ABE0-0749-B1BA-AAD7A04BB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6301108" cy="4050792"/>
          </a:xfrm>
        </p:spPr>
        <p:txBody>
          <a:bodyPr/>
          <a:lstStyle/>
          <a:p>
            <a:r>
              <a:rPr lang="de-DE" dirty="0"/>
              <a:t>Standardbrett + zusätzliche Felder </a:t>
            </a:r>
          </a:p>
          <a:p>
            <a:r>
              <a:rPr lang="de-DE" dirty="0"/>
              <a:t>4 Personen (in 2er Teams)</a:t>
            </a:r>
          </a:p>
          <a:p>
            <a:r>
              <a:rPr lang="de-DE" dirty="0"/>
              <a:t>16 Steine pro Spieler</a:t>
            </a:r>
          </a:p>
          <a:p>
            <a:r>
              <a:rPr lang="de-DE" dirty="0"/>
              <a:t>2er Teams sitzen sich gegenüber</a:t>
            </a:r>
          </a:p>
          <a:p>
            <a:r>
              <a:rPr lang="de-DE" dirty="0">
                <a:sym typeface="Wingdings" pitchFamily="2" charset="2"/>
              </a:rPr>
              <a:t> </a:t>
            </a:r>
            <a:r>
              <a:rPr lang="de-DE" dirty="0"/>
              <a:t>Spiel endet beim ersten Schachmatt</a:t>
            </a:r>
          </a:p>
          <a:p>
            <a:endParaRPr lang="de-DE" dirty="0"/>
          </a:p>
          <a:p>
            <a:r>
              <a:rPr lang="de-DE" dirty="0"/>
              <a:t>Figuren bewegen sich wie im klassischen Schach</a:t>
            </a:r>
          </a:p>
          <a:p>
            <a:r>
              <a:rPr lang="de-DE" dirty="0"/>
              <a:t>Bauer wird nur auf der hintersten Linie umgewandelt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xmlns="" id="{25E688EE-2C9C-5144-84EF-A099AE4D4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3152" y="1984917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9770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E78E59DF-BBB5-FF4A-9D2A-2E61C3160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Softwareanforderungen / Mockup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xmlns="" id="{42467EB2-B0F1-E84D-A9DA-816E4455A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520" y="2253679"/>
            <a:ext cx="10058400" cy="2393735"/>
          </a:xfrm>
        </p:spPr>
        <p:txBody>
          <a:bodyPr>
            <a:normAutofit/>
          </a:bodyPr>
          <a:lstStyle/>
          <a:p>
            <a:r>
              <a:rPr lang="de-DE" dirty="0"/>
              <a:t>Benutzeroberfläche: Eingaben, Ausgaben, Kommunikation, Interaktion</a:t>
            </a:r>
          </a:p>
          <a:p>
            <a:r>
              <a:rPr lang="de-DE" dirty="0"/>
              <a:t>Client und Server</a:t>
            </a:r>
          </a:p>
          <a:p>
            <a:r>
              <a:rPr lang="de-DE" dirty="0"/>
              <a:t>4 Spieler pro Spiel</a:t>
            </a:r>
          </a:p>
          <a:p>
            <a:r>
              <a:rPr lang="de-DE" dirty="0"/>
              <a:t>Mehrere Spiele sollen gleichzeitig laufen können</a:t>
            </a:r>
          </a:p>
        </p:txBody>
      </p:sp>
    </p:spTree>
    <p:extLst>
      <p:ext uri="{BB962C8B-B14F-4D97-AF65-F5344CB8AC3E}">
        <p14:creationId xmlns:p14="http://schemas.microsoft.com/office/powerpoint/2010/main" val="1119610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CB066AF7-8D24-7D4E-AEDC-191967955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728" y="469642"/>
            <a:ext cx="10058400" cy="1609344"/>
          </a:xfrm>
        </p:spPr>
        <p:txBody>
          <a:bodyPr>
            <a:normAutofit/>
          </a:bodyPr>
          <a:lstStyle/>
          <a:p>
            <a:r>
              <a:rPr lang="de-DE" sz="4400" dirty="0"/>
              <a:t>Funktionale Softwareanforderungen 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xmlns="" id="{7C1D7128-60EE-4363-AFE1-CDC1513471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720" y="1980854"/>
            <a:ext cx="6748859" cy="3796234"/>
          </a:xfrm>
        </p:spPr>
      </p:pic>
      <p:sp>
        <p:nvSpPr>
          <p:cNvPr id="4" name="Inhaltsplatzhalter 2">
            <a:extLst>
              <a:ext uri="{FF2B5EF4-FFF2-40B4-BE49-F238E27FC236}">
                <a16:creationId xmlns:a16="http://schemas.microsoft.com/office/drawing/2014/main" xmlns="" id="{76340785-A82B-47F9-9C2F-9E92B271F6E2}"/>
              </a:ext>
            </a:extLst>
          </p:cNvPr>
          <p:cNvSpPr txBox="1">
            <a:spLocks/>
          </p:cNvSpPr>
          <p:nvPr/>
        </p:nvSpPr>
        <p:spPr>
          <a:xfrm>
            <a:off x="7021304" y="2560192"/>
            <a:ext cx="5170696" cy="263755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Hauptmenü</a:t>
            </a:r>
          </a:p>
          <a:p>
            <a:r>
              <a:rPr lang="de-DE" dirty="0"/>
              <a:t>Textfeld um „Nicknamen“ einzufügen</a:t>
            </a:r>
          </a:p>
          <a:p>
            <a:r>
              <a:rPr lang="de-DE" dirty="0"/>
              <a:t>„PLAY“ </a:t>
            </a:r>
            <a:r>
              <a:rPr lang="de-DE" dirty="0">
                <a:sym typeface="Wingdings" panose="05000000000000000000" pitchFamily="2" charset="2"/>
              </a:rPr>
              <a:t> Übernahme/Ergänzung vom „Nicknamen“ dann neues Fenster</a:t>
            </a:r>
          </a:p>
          <a:p>
            <a:r>
              <a:rPr lang="de-DE" dirty="0">
                <a:sym typeface="Wingdings" panose="05000000000000000000" pitchFamily="2" charset="2"/>
              </a:rPr>
              <a:t>„RULES“  Öffnet Fenster mit den Spielregeln </a:t>
            </a:r>
          </a:p>
          <a:p>
            <a:r>
              <a:rPr lang="de-DE" dirty="0">
                <a:sym typeface="Wingdings" panose="05000000000000000000" pitchFamily="2" charset="2"/>
              </a:rPr>
              <a:t>„SETTINGS“  Öffnet Fenster mit den Einstellungen </a:t>
            </a:r>
          </a:p>
        </p:txBody>
      </p:sp>
    </p:spTree>
    <p:extLst>
      <p:ext uri="{BB962C8B-B14F-4D97-AF65-F5344CB8AC3E}">
        <p14:creationId xmlns:p14="http://schemas.microsoft.com/office/powerpoint/2010/main" val="3141757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xmlns="" id="{17356555-3D7D-4209-A3A9-E848F318D4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9574"/>
            <a:ext cx="6096000" cy="3429000"/>
          </a:xfr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xmlns="" id="{CA57F8AC-6044-467E-87D1-CA1B04B37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3429000"/>
            <a:ext cx="6096000" cy="3429000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xmlns="" id="{715F7506-915D-4CFD-8C58-FE423C5E2295}"/>
              </a:ext>
            </a:extLst>
          </p:cNvPr>
          <p:cNvSpPr txBox="1">
            <a:spLocks/>
          </p:cNvSpPr>
          <p:nvPr/>
        </p:nvSpPr>
        <p:spPr>
          <a:xfrm>
            <a:off x="6405078" y="873452"/>
            <a:ext cx="5170696" cy="26375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ym typeface="Wingdings" panose="05000000000000000000" pitchFamily="2" charset="2"/>
              </a:rPr>
              <a:t>„Start New Game“  Neue Spielinstanz, Weiterleitung zur Lobby</a:t>
            </a:r>
          </a:p>
          <a:p>
            <a:r>
              <a:rPr lang="de-DE" dirty="0">
                <a:sym typeface="Wingdings" panose="05000000000000000000" pitchFamily="2" charset="2"/>
              </a:rPr>
              <a:t>„JOIN GAME“  Weiterleitung zur Lobby, Auswahl der Spielinstanz</a:t>
            </a:r>
          </a:p>
          <a:p>
            <a:r>
              <a:rPr lang="de-DE" dirty="0">
                <a:sym typeface="Wingdings" panose="05000000000000000000" pitchFamily="2" charset="2"/>
              </a:rPr>
              <a:t>„Back“  Zurück zum Hauptmenü </a:t>
            </a:r>
          </a:p>
        </p:txBody>
      </p:sp>
      <p:sp>
        <p:nvSpPr>
          <p:cNvPr id="2" name="Pfeil: nach links 1">
            <a:extLst>
              <a:ext uri="{FF2B5EF4-FFF2-40B4-BE49-F238E27FC236}">
                <a16:creationId xmlns:a16="http://schemas.microsoft.com/office/drawing/2014/main" xmlns="" id="{94D7A819-BAFE-4422-B3B8-9F01403D463E}"/>
              </a:ext>
            </a:extLst>
          </p:cNvPr>
          <p:cNvSpPr/>
          <p:nvPr/>
        </p:nvSpPr>
        <p:spPr>
          <a:xfrm>
            <a:off x="2923761" y="2873740"/>
            <a:ext cx="248478" cy="208722"/>
          </a:xfrm>
          <a:prstGeom prst="lef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xmlns="" id="{90C026CA-1B28-4507-96C1-435E17301897}"/>
              </a:ext>
            </a:extLst>
          </p:cNvPr>
          <p:cNvSpPr txBox="1">
            <a:spLocks/>
          </p:cNvSpPr>
          <p:nvPr/>
        </p:nvSpPr>
        <p:spPr>
          <a:xfrm>
            <a:off x="338413" y="3961563"/>
            <a:ext cx="5515632" cy="26375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Lobby:</a:t>
            </a: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  <a:p>
            <a:r>
              <a:rPr lang="de-DE" dirty="0">
                <a:sym typeface="Wingdings" panose="05000000000000000000" pitchFamily="2" charset="2"/>
              </a:rPr>
              <a:t>Spieler können auf andere Spieler warten</a:t>
            </a:r>
          </a:p>
          <a:p>
            <a:r>
              <a:rPr lang="de-DE" dirty="0">
                <a:sym typeface="Wingdings" panose="05000000000000000000" pitchFamily="2" charset="2"/>
              </a:rPr>
              <a:t>Spieler können sich zu bereits erstellten Spielen einfügen </a:t>
            </a:r>
          </a:p>
          <a:p>
            <a:endParaRPr lang="de-DE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1482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xmlns="" id="{6D896314-D920-4438-872F-E7FE78AF0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87" y="899815"/>
            <a:ext cx="7124569" cy="4007570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xmlns="" id="{9B7A5243-D491-4870-9B33-D45975D6A5D5}"/>
              </a:ext>
            </a:extLst>
          </p:cNvPr>
          <p:cNvSpPr txBox="1">
            <a:spLocks/>
          </p:cNvSpPr>
          <p:nvPr/>
        </p:nvSpPr>
        <p:spPr>
          <a:xfrm>
            <a:off x="7272256" y="851505"/>
            <a:ext cx="5170696" cy="1304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Schachfiguren: </a:t>
            </a:r>
          </a:p>
          <a:p>
            <a:r>
              <a:rPr lang="de-DE" dirty="0">
                <a:sym typeface="Wingdings" panose="05000000000000000000" pitchFamily="2" charset="2"/>
              </a:rPr>
              <a:t>Auswählen und bewegen</a:t>
            </a:r>
          </a:p>
          <a:p>
            <a:r>
              <a:rPr lang="de-DE" dirty="0">
                <a:sym typeface="Wingdings" panose="05000000000000000000" pitchFamily="2" charset="2"/>
              </a:rPr>
              <a:t>Feedback zu ungültigen Spielzügen</a:t>
            </a:r>
          </a:p>
          <a:p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xmlns="" id="{D1468353-E2B7-42CC-9C38-9AC58DC73DEC}"/>
              </a:ext>
            </a:extLst>
          </p:cNvPr>
          <p:cNvSpPr txBox="1">
            <a:spLocks/>
          </p:cNvSpPr>
          <p:nvPr/>
        </p:nvSpPr>
        <p:spPr>
          <a:xfrm>
            <a:off x="7272256" y="2776930"/>
            <a:ext cx="5170696" cy="1304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Chat:</a:t>
            </a:r>
          </a:p>
          <a:p>
            <a:r>
              <a:rPr lang="de-DE" dirty="0">
                <a:sym typeface="Wingdings" panose="05000000000000000000" pitchFamily="2" charset="2"/>
              </a:rPr>
              <a:t>Kommunikation zwischen Spieler</a:t>
            </a:r>
          </a:p>
          <a:p>
            <a:r>
              <a:rPr lang="de-DE" dirty="0">
                <a:sym typeface="Wingdings" panose="05000000000000000000" pitchFamily="2" charset="2"/>
              </a:rPr>
              <a:t>Eingabefeld und „Send“-Knopf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xmlns="" id="{06238FA4-2C4B-4F34-83B1-6219F650107B}"/>
              </a:ext>
            </a:extLst>
          </p:cNvPr>
          <p:cNvSpPr/>
          <p:nvPr/>
        </p:nvSpPr>
        <p:spPr>
          <a:xfrm>
            <a:off x="5147310" y="3810000"/>
            <a:ext cx="66675" cy="102870"/>
          </a:xfrm>
          <a:prstGeom prst="rect">
            <a:avLst/>
          </a:prstGeom>
          <a:solidFill>
            <a:srgbClr val="929292"/>
          </a:solidFill>
          <a:ln>
            <a:solidFill>
              <a:srgbClr val="9292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xmlns="" id="{81373BAF-E56B-47E8-B685-D67FA363E65B}"/>
              </a:ext>
            </a:extLst>
          </p:cNvPr>
          <p:cNvSpPr txBox="1">
            <a:spLocks/>
          </p:cNvSpPr>
          <p:nvPr/>
        </p:nvSpPr>
        <p:spPr>
          <a:xfrm>
            <a:off x="7272256" y="4571923"/>
            <a:ext cx="5170696" cy="1565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Player </a:t>
            </a:r>
            <a:r>
              <a:rPr lang="de-DE" dirty="0" err="1">
                <a:sym typeface="Wingdings" panose="05000000000000000000" pitchFamily="2" charset="2"/>
              </a:rPr>
              <a:t>moves</a:t>
            </a:r>
            <a:r>
              <a:rPr lang="de-DE" dirty="0">
                <a:sym typeface="Wingdings" panose="05000000000000000000" pitchFamily="2" charset="2"/>
              </a:rPr>
              <a:t>:</a:t>
            </a:r>
          </a:p>
          <a:p>
            <a:r>
              <a:rPr lang="de-DE" dirty="0">
                <a:sym typeface="Wingdings" panose="05000000000000000000" pitchFamily="2" charset="2"/>
              </a:rPr>
              <a:t>Spielzüge werden dokumentiert und ausgegeben </a:t>
            </a:r>
          </a:p>
          <a:p>
            <a:r>
              <a:rPr lang="de-DE" dirty="0">
                <a:sym typeface="Wingdings" panose="05000000000000000000" pitchFamily="2" charset="2"/>
              </a:rPr>
              <a:t>Feedback wird hier ausgegeben</a:t>
            </a:r>
          </a:p>
          <a:p>
            <a:endParaRPr lang="de-DE" dirty="0">
              <a:sym typeface="Wingdings" panose="05000000000000000000" pitchFamily="2" charset="2"/>
            </a:endParaRP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xmlns="" id="{77ECFF1C-C9E9-47DE-A115-6600B6D2F730}"/>
              </a:ext>
            </a:extLst>
          </p:cNvPr>
          <p:cNvSpPr txBox="1">
            <a:spLocks/>
          </p:cNvSpPr>
          <p:nvPr/>
        </p:nvSpPr>
        <p:spPr>
          <a:xfrm>
            <a:off x="291504" y="5192317"/>
            <a:ext cx="6980752" cy="14492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ym typeface="Wingdings" panose="05000000000000000000" pitchFamily="2" charset="2"/>
              </a:rPr>
              <a:t>„QUIT“  Aufgeben </a:t>
            </a:r>
          </a:p>
          <a:p>
            <a:r>
              <a:rPr lang="de-DE" dirty="0">
                <a:sym typeface="Wingdings" panose="05000000000000000000" pitchFamily="2" charset="2"/>
              </a:rPr>
              <a:t>„RULES“  Öffnet Fenster mit den Spielregeln</a:t>
            </a:r>
          </a:p>
          <a:p>
            <a:r>
              <a:rPr lang="de-DE" dirty="0">
                <a:sym typeface="Wingdings" panose="05000000000000000000" pitchFamily="2" charset="2"/>
              </a:rPr>
              <a:t>„SETTINGS“  Öffnet Fenster mit den Einstellungen </a:t>
            </a: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  <a:p>
            <a:endParaRPr lang="de-DE" dirty="0">
              <a:sym typeface="Wingdings" panose="05000000000000000000" pitchFamily="2" charset="2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xmlns="" id="{6E14F2FA-FEC7-4D8A-AF3C-97F2D495677D}"/>
              </a:ext>
            </a:extLst>
          </p:cNvPr>
          <p:cNvSpPr/>
          <p:nvPr/>
        </p:nvSpPr>
        <p:spPr>
          <a:xfrm>
            <a:off x="5147310" y="3366135"/>
            <a:ext cx="66675" cy="102870"/>
          </a:xfrm>
          <a:prstGeom prst="rect">
            <a:avLst/>
          </a:prstGeom>
          <a:solidFill>
            <a:srgbClr val="929292"/>
          </a:solidFill>
          <a:ln>
            <a:solidFill>
              <a:srgbClr val="9292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2129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xmlns="" id="{53F9C18A-C5BE-40B9-8F8F-422A39995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728" y="469642"/>
            <a:ext cx="10058400" cy="1609344"/>
          </a:xfrm>
        </p:spPr>
        <p:txBody>
          <a:bodyPr>
            <a:normAutofit/>
          </a:bodyPr>
          <a:lstStyle/>
          <a:p>
            <a:r>
              <a:rPr lang="de-DE" sz="4400" dirty="0"/>
              <a:t>Nicht-Funktionale Softwareanforderungen 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xmlns="" id="{D3D545CF-3252-4350-BE20-036D4272E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520" y="2253679"/>
            <a:ext cx="10058400" cy="1403921"/>
          </a:xfrm>
        </p:spPr>
        <p:txBody>
          <a:bodyPr>
            <a:normAutofit/>
          </a:bodyPr>
          <a:lstStyle/>
          <a:p>
            <a:r>
              <a:rPr lang="de-DE" dirty="0"/>
              <a:t>Die Kontrolle der Spielzüge soll schnell erfolgen </a:t>
            </a:r>
          </a:p>
          <a:p>
            <a:r>
              <a:rPr lang="de-DE" dirty="0"/>
              <a:t>Alle Spieler sollen den neuen Spielstand gleichzeitig erhalten</a:t>
            </a:r>
          </a:p>
          <a:p>
            <a:r>
              <a:rPr lang="de-DE" dirty="0"/>
              <a:t>Die Kommunikation zwischen den Spielern soll ohne Verzögerungen passieren </a:t>
            </a:r>
          </a:p>
        </p:txBody>
      </p:sp>
    </p:spTree>
    <p:extLst>
      <p:ext uri="{BB962C8B-B14F-4D97-AF65-F5344CB8AC3E}">
        <p14:creationId xmlns:p14="http://schemas.microsoft.com/office/powerpoint/2010/main" val="1726833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CE5EE24B-62E2-7549-98AB-106077775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Client – Server Funktionalität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xmlns="" id="{40693FEC-9795-D94C-AB72-0E35C67E1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3760408"/>
          </a:xfrm>
        </p:spPr>
        <p:txBody>
          <a:bodyPr>
            <a:normAutofit/>
          </a:bodyPr>
          <a:lstStyle/>
          <a:p>
            <a:endParaRPr lang="de-DE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de-DE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de-DE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de-DE" dirty="0">
              <a:solidFill>
                <a:srgbClr val="FF0000"/>
              </a:solidFill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xmlns="" id="{82CCE3AF-64DE-E04B-B5A8-9A7A3D9229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xmlns="" id="{312826B3-EF56-3F47-92CD-ADA0629A6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928" y="2169319"/>
            <a:ext cx="5470954" cy="1637564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xmlns="" id="{0F4E0234-DDE8-5148-BDCF-4E7DED4D7257}"/>
              </a:ext>
            </a:extLst>
          </p:cNvPr>
          <p:cNvSpPr txBox="1"/>
          <p:nvPr/>
        </p:nvSpPr>
        <p:spPr>
          <a:xfrm>
            <a:off x="1063752" y="4111550"/>
            <a:ext cx="43995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de-DE" dirty="0">
                <a:solidFill>
                  <a:srgbClr val="0070C0"/>
                </a:solidFill>
              </a:rPr>
              <a:t>Client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Spielanfrage übermitteln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smtClean="0">
                <a:solidFill>
                  <a:srgbClr val="0070C0"/>
                </a:solidFill>
              </a:rPr>
              <a:t>Spielstatus </a:t>
            </a:r>
            <a:r>
              <a:rPr lang="de-DE" dirty="0">
                <a:solidFill>
                  <a:srgbClr val="0070C0"/>
                </a:solidFill>
              </a:rPr>
              <a:t>abfragen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Spielzug übermitteln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70C0"/>
                </a:solidFill>
              </a:rPr>
              <a:t>Nachricht über Chat versenden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xmlns="" id="{946BBA9A-DDA8-564D-B76B-D02C00B8DA57}"/>
              </a:ext>
            </a:extLst>
          </p:cNvPr>
          <p:cNvSpPr txBox="1"/>
          <p:nvPr/>
        </p:nvSpPr>
        <p:spPr>
          <a:xfrm>
            <a:off x="5943600" y="4111550"/>
            <a:ext cx="43995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de-DE" dirty="0">
                <a:solidFill>
                  <a:srgbClr val="4B8E6A"/>
                </a:solidFill>
              </a:rPr>
              <a:t>Server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4B8E6A"/>
                </a:solidFill>
              </a:rPr>
              <a:t>Spiel starten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4B8E6A"/>
                </a:solidFill>
              </a:rPr>
              <a:t>Spielzüge kontrollieren &amp; falsche Spielzüge melden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4B8E6A"/>
                </a:solidFill>
              </a:rPr>
              <a:t>Status über Spielstand, Zeit, Spielzug &amp; Chat versenden</a:t>
            </a:r>
          </a:p>
        </p:txBody>
      </p:sp>
    </p:spTree>
    <p:extLst>
      <p:ext uri="{BB962C8B-B14F-4D97-AF65-F5344CB8AC3E}">
        <p14:creationId xmlns:p14="http://schemas.microsoft.com/office/powerpoint/2010/main" val="1180182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7F52865F-7195-2A48-81DF-5B2EBB2C1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Projektorganisation</a:t>
            </a:r>
            <a:endParaRPr lang="de-DE" dirty="0"/>
          </a:p>
        </p:txBody>
      </p:sp>
      <p:sp>
        <p:nvSpPr>
          <p:cNvPr id="4" name="Rectangle 3"/>
          <p:cNvSpPr/>
          <p:nvPr/>
        </p:nvSpPr>
        <p:spPr>
          <a:xfrm>
            <a:off x="804805" y="2107095"/>
            <a:ext cx="2150430" cy="476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1 </a:t>
            </a:r>
          </a:p>
          <a:p>
            <a:pPr algn="ctr"/>
            <a:r>
              <a:rPr lang="de-CH" dirty="0" smtClean="0"/>
              <a:t>Research 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955235" y="2584040"/>
            <a:ext cx="2150430" cy="476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2 </a:t>
            </a:r>
          </a:p>
          <a:p>
            <a:pPr algn="ctr"/>
            <a:r>
              <a:rPr lang="de-CH" dirty="0" smtClean="0"/>
              <a:t>Planning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5105665" y="3080996"/>
            <a:ext cx="2150430" cy="476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3 </a:t>
            </a:r>
          </a:p>
          <a:p>
            <a:pPr algn="ctr"/>
            <a:r>
              <a:rPr lang="de-CH" dirty="0" smtClean="0"/>
              <a:t>Implementation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7256095" y="3557941"/>
            <a:ext cx="2150430" cy="476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4 </a:t>
            </a:r>
          </a:p>
          <a:p>
            <a:pPr algn="ctr"/>
            <a:r>
              <a:rPr lang="de-CH" dirty="0" smtClean="0"/>
              <a:t>Testing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9406525" y="4034886"/>
            <a:ext cx="2150430" cy="476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5 </a:t>
            </a:r>
          </a:p>
          <a:p>
            <a:pPr algn="ctr"/>
            <a:r>
              <a:rPr lang="de-CH" dirty="0" smtClean="0"/>
              <a:t>Polishing</a:t>
            </a:r>
            <a:endParaRPr lang="en-GB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xmlns="" id="{D3D545CF-3252-4350-BE20-036D4272E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805" y="4034886"/>
            <a:ext cx="8601720" cy="2511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smtClean="0"/>
              <a:t>Generelle Zuständigkeiten</a:t>
            </a:r>
            <a:endParaRPr lang="de-DE" dirty="0" smtClean="0"/>
          </a:p>
          <a:p>
            <a:r>
              <a:rPr lang="de-DE" dirty="0" smtClean="0"/>
              <a:t>Mirjam: Game Logic (server-side)</a:t>
            </a:r>
          </a:p>
          <a:p>
            <a:r>
              <a:rPr lang="de-DE" dirty="0" smtClean="0"/>
              <a:t>André: GUI &amp; Animation (client-side)</a:t>
            </a:r>
          </a:p>
          <a:p>
            <a:r>
              <a:rPr lang="de-DE" dirty="0" smtClean="0"/>
              <a:t>Marton: Game Logic (client-side)</a:t>
            </a:r>
          </a:p>
          <a:p>
            <a:r>
              <a:rPr lang="de-DE" dirty="0" smtClean="0"/>
              <a:t>Mark: Networking,  Documentation (server-side)</a:t>
            </a:r>
          </a:p>
          <a:p>
            <a:endParaRPr lang="de-DE" dirty="0" smtClean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0898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7F52865F-7195-2A48-81DF-5B2EBB2C1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Projektorganisation</a:t>
            </a:r>
            <a:endParaRPr lang="de-DE" dirty="0"/>
          </a:p>
        </p:txBody>
      </p:sp>
      <p:sp>
        <p:nvSpPr>
          <p:cNvPr id="4" name="Rectangle 3"/>
          <p:cNvSpPr/>
          <p:nvPr/>
        </p:nvSpPr>
        <p:spPr>
          <a:xfrm>
            <a:off x="804805" y="2107095"/>
            <a:ext cx="2150430" cy="476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1 </a:t>
            </a:r>
          </a:p>
          <a:p>
            <a:pPr algn="ctr"/>
            <a:r>
              <a:rPr lang="de-CH" dirty="0" smtClean="0"/>
              <a:t>Research 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955235" y="2584040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2 </a:t>
            </a:r>
          </a:p>
          <a:p>
            <a:pPr algn="ctr"/>
            <a:r>
              <a:rPr lang="de-CH" dirty="0" smtClean="0"/>
              <a:t>Impletmentation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5105665" y="3080996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3 </a:t>
            </a:r>
          </a:p>
          <a:p>
            <a:pPr algn="ctr"/>
            <a:r>
              <a:rPr lang="de-CH" dirty="0" smtClean="0"/>
              <a:t>Implementation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7256095" y="3557941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4 </a:t>
            </a:r>
          </a:p>
          <a:p>
            <a:pPr algn="ctr"/>
            <a:r>
              <a:rPr lang="de-CH" dirty="0" smtClean="0"/>
              <a:t>Testing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9406525" y="4034886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5 </a:t>
            </a:r>
          </a:p>
          <a:p>
            <a:pPr algn="ctr"/>
            <a:r>
              <a:rPr lang="de-CH" dirty="0" smtClean="0"/>
              <a:t>Polishing</a:t>
            </a:r>
            <a:endParaRPr lang="en-GB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xmlns="" id="{D3D545CF-3252-4350-BE20-036D4272E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805" y="4034886"/>
            <a:ext cx="8601720" cy="2511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smtClean="0"/>
              <a:t>Milestone 1: Research and Planning</a:t>
            </a:r>
          </a:p>
          <a:p>
            <a:r>
              <a:rPr lang="de-DE" dirty="0" smtClean="0"/>
              <a:t>Mirjam: Presentation</a:t>
            </a:r>
          </a:p>
          <a:p>
            <a:r>
              <a:rPr lang="de-DE" dirty="0" smtClean="0"/>
              <a:t>André: Mockups, Design</a:t>
            </a:r>
          </a:p>
          <a:p>
            <a:r>
              <a:rPr lang="de-DE" dirty="0" smtClean="0"/>
              <a:t>Marton: Game Rules</a:t>
            </a:r>
          </a:p>
          <a:p>
            <a:r>
              <a:rPr lang="de-DE" dirty="0" smtClean="0"/>
              <a:t>Mark: Project Plan</a:t>
            </a:r>
          </a:p>
          <a:p>
            <a:endParaRPr lang="de-DE" dirty="0" smtClean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58069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7F52865F-7195-2A48-81DF-5B2EBB2C1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Projektorganisation</a:t>
            </a:r>
            <a:endParaRPr lang="de-DE" dirty="0"/>
          </a:p>
        </p:txBody>
      </p:sp>
      <p:sp>
        <p:nvSpPr>
          <p:cNvPr id="4" name="Rectangle 3"/>
          <p:cNvSpPr/>
          <p:nvPr/>
        </p:nvSpPr>
        <p:spPr>
          <a:xfrm>
            <a:off x="804805" y="2107095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1 </a:t>
            </a:r>
          </a:p>
          <a:p>
            <a:pPr algn="ctr"/>
            <a:r>
              <a:rPr lang="de-CH" dirty="0" smtClean="0"/>
              <a:t>Research 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955235" y="2584040"/>
            <a:ext cx="2150430" cy="476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2 </a:t>
            </a:r>
          </a:p>
          <a:p>
            <a:pPr algn="ctr"/>
            <a:r>
              <a:rPr lang="de-CH" dirty="0" smtClean="0"/>
              <a:t>Planning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5105665" y="3080996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3 </a:t>
            </a:r>
          </a:p>
          <a:p>
            <a:pPr algn="ctr"/>
            <a:r>
              <a:rPr lang="de-CH" dirty="0" smtClean="0"/>
              <a:t>Implementation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7256095" y="3557941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4 </a:t>
            </a:r>
          </a:p>
          <a:p>
            <a:pPr algn="ctr"/>
            <a:r>
              <a:rPr lang="de-CH" dirty="0" smtClean="0"/>
              <a:t>Testing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9406525" y="4034886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5 </a:t>
            </a:r>
          </a:p>
          <a:p>
            <a:pPr algn="ctr"/>
            <a:r>
              <a:rPr lang="de-CH" dirty="0" smtClean="0"/>
              <a:t>Polishing</a:t>
            </a:r>
            <a:endParaRPr lang="en-GB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xmlns="" id="{D3D545CF-3252-4350-BE20-036D4272E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805" y="4034886"/>
            <a:ext cx="8601720" cy="2511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smtClean="0"/>
              <a:t>Milestone 2: Planning / Network Protocol</a:t>
            </a:r>
          </a:p>
          <a:p>
            <a:r>
              <a:rPr lang="de-DE" dirty="0" smtClean="0"/>
              <a:t>Mirjam: Game Logic</a:t>
            </a:r>
          </a:p>
          <a:p>
            <a:r>
              <a:rPr lang="de-DE" dirty="0" smtClean="0"/>
              <a:t>André: Documentation</a:t>
            </a:r>
          </a:p>
          <a:p>
            <a:r>
              <a:rPr lang="de-DE" dirty="0" smtClean="0"/>
              <a:t>Marton: Chat</a:t>
            </a:r>
          </a:p>
          <a:p>
            <a:r>
              <a:rPr lang="de-DE" dirty="0" smtClean="0"/>
              <a:t>Mark: Protocol</a:t>
            </a:r>
          </a:p>
          <a:p>
            <a:endParaRPr lang="de-DE" dirty="0" smtClean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93519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7F52865F-7195-2A48-81DF-5B2EBB2C1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Projektorganisation</a:t>
            </a:r>
            <a:endParaRPr lang="de-DE" dirty="0"/>
          </a:p>
        </p:txBody>
      </p:sp>
      <p:sp>
        <p:nvSpPr>
          <p:cNvPr id="4" name="Rectangle 3"/>
          <p:cNvSpPr/>
          <p:nvPr/>
        </p:nvSpPr>
        <p:spPr>
          <a:xfrm>
            <a:off x="804805" y="2107095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1 </a:t>
            </a:r>
          </a:p>
          <a:p>
            <a:pPr algn="ctr"/>
            <a:r>
              <a:rPr lang="de-CH" dirty="0" smtClean="0"/>
              <a:t>Research 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955235" y="2584040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2 </a:t>
            </a:r>
          </a:p>
          <a:p>
            <a:pPr algn="ctr"/>
            <a:r>
              <a:rPr lang="de-CH" dirty="0" smtClean="0"/>
              <a:t>Planning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5105665" y="3080996"/>
            <a:ext cx="2150430" cy="476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3 </a:t>
            </a:r>
          </a:p>
          <a:p>
            <a:pPr algn="ctr"/>
            <a:r>
              <a:rPr lang="de-CH" dirty="0" smtClean="0"/>
              <a:t>Implementation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7256095" y="3557941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4 </a:t>
            </a:r>
          </a:p>
          <a:p>
            <a:pPr algn="ctr"/>
            <a:r>
              <a:rPr lang="de-CH" dirty="0" smtClean="0"/>
              <a:t>Testing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9406525" y="4034886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5 </a:t>
            </a:r>
          </a:p>
          <a:p>
            <a:pPr algn="ctr"/>
            <a:r>
              <a:rPr lang="de-CH" dirty="0" smtClean="0"/>
              <a:t>Polishing</a:t>
            </a:r>
            <a:endParaRPr lang="en-GB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xmlns="" id="{D3D545CF-3252-4350-BE20-036D4272E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805" y="4034886"/>
            <a:ext cx="8601720" cy="2511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smtClean="0"/>
              <a:t>Milestone 3: Implementation</a:t>
            </a:r>
          </a:p>
          <a:p>
            <a:r>
              <a:rPr lang="de-DE" dirty="0" smtClean="0"/>
              <a:t>Mirjam: Game Logic</a:t>
            </a:r>
          </a:p>
          <a:p>
            <a:r>
              <a:rPr lang="de-DE" dirty="0" smtClean="0"/>
              <a:t>André: GUI, Animation</a:t>
            </a:r>
          </a:p>
          <a:p>
            <a:r>
              <a:rPr lang="de-DE" dirty="0" smtClean="0"/>
              <a:t>Marton: QA Concept, Documentation</a:t>
            </a:r>
          </a:p>
          <a:p>
            <a:r>
              <a:rPr lang="de-DE" dirty="0" smtClean="0"/>
              <a:t>Mark: Protocol, Player Lobby, (Chess Soundtrack)</a:t>
            </a:r>
          </a:p>
          <a:p>
            <a:endParaRPr lang="de-DE" dirty="0" smtClean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93190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7F52865F-7195-2A48-81DF-5B2EBB2C1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Projektorganisation</a:t>
            </a:r>
            <a:endParaRPr lang="de-DE" dirty="0"/>
          </a:p>
        </p:txBody>
      </p:sp>
      <p:sp>
        <p:nvSpPr>
          <p:cNvPr id="4" name="Rectangle 3"/>
          <p:cNvSpPr/>
          <p:nvPr/>
        </p:nvSpPr>
        <p:spPr>
          <a:xfrm>
            <a:off x="804805" y="2107095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1 </a:t>
            </a:r>
          </a:p>
          <a:p>
            <a:pPr algn="ctr"/>
            <a:r>
              <a:rPr lang="de-CH" dirty="0" smtClean="0"/>
              <a:t>Research 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955235" y="2584040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2 </a:t>
            </a:r>
          </a:p>
          <a:p>
            <a:pPr algn="ctr"/>
            <a:r>
              <a:rPr lang="de-CH" dirty="0" smtClean="0"/>
              <a:t>Planning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5105665" y="3080996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3 </a:t>
            </a:r>
          </a:p>
          <a:p>
            <a:pPr algn="ctr"/>
            <a:r>
              <a:rPr lang="de-CH" dirty="0" smtClean="0"/>
              <a:t>Implementation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7256095" y="3557941"/>
            <a:ext cx="2150430" cy="476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4 </a:t>
            </a:r>
          </a:p>
          <a:p>
            <a:pPr algn="ctr"/>
            <a:r>
              <a:rPr lang="de-CH" dirty="0" smtClean="0"/>
              <a:t>Testing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9406525" y="4034886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5 </a:t>
            </a:r>
          </a:p>
          <a:p>
            <a:pPr algn="ctr"/>
            <a:r>
              <a:rPr lang="de-CH" dirty="0" smtClean="0"/>
              <a:t>Polishing</a:t>
            </a:r>
            <a:endParaRPr lang="en-GB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xmlns="" id="{D3D545CF-3252-4350-BE20-036D4272E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805" y="4034886"/>
            <a:ext cx="8601720" cy="2511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smtClean="0"/>
              <a:t>Milestone 4: Testing</a:t>
            </a:r>
          </a:p>
          <a:p>
            <a:r>
              <a:rPr lang="de-DE" dirty="0" smtClean="0"/>
              <a:t>Mirjam: Bugfixing</a:t>
            </a:r>
          </a:p>
          <a:p>
            <a:r>
              <a:rPr lang="de-DE" dirty="0" smtClean="0"/>
              <a:t>André</a:t>
            </a:r>
            <a:r>
              <a:rPr lang="de-DE" dirty="0"/>
              <a:t>: Bugfixing </a:t>
            </a:r>
            <a:endParaRPr lang="de-DE" dirty="0" smtClean="0"/>
          </a:p>
          <a:p>
            <a:r>
              <a:rPr lang="de-DE" dirty="0" smtClean="0"/>
              <a:t>Marton: </a:t>
            </a:r>
            <a:r>
              <a:rPr lang="de-DE" dirty="0"/>
              <a:t>Bugfixing </a:t>
            </a:r>
            <a:endParaRPr lang="de-DE" dirty="0" smtClean="0"/>
          </a:p>
          <a:p>
            <a:r>
              <a:rPr lang="de-DE" dirty="0" smtClean="0"/>
              <a:t>Mark</a:t>
            </a:r>
            <a:r>
              <a:rPr lang="de-DE" dirty="0"/>
              <a:t>: Bugfixing</a:t>
            </a:r>
            <a:endParaRPr lang="de-DE" dirty="0" smtClean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34568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7F52865F-7195-2A48-81DF-5B2EBB2C1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Projektorganisation</a:t>
            </a:r>
            <a:endParaRPr lang="de-DE" dirty="0"/>
          </a:p>
        </p:txBody>
      </p:sp>
      <p:sp>
        <p:nvSpPr>
          <p:cNvPr id="4" name="Rectangle 3"/>
          <p:cNvSpPr/>
          <p:nvPr/>
        </p:nvSpPr>
        <p:spPr>
          <a:xfrm>
            <a:off x="804805" y="2107095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1 </a:t>
            </a:r>
          </a:p>
          <a:p>
            <a:pPr algn="ctr"/>
            <a:r>
              <a:rPr lang="de-CH" dirty="0" smtClean="0"/>
              <a:t>Research 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955235" y="2584040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2 </a:t>
            </a:r>
          </a:p>
          <a:p>
            <a:pPr algn="ctr"/>
            <a:r>
              <a:rPr lang="de-CH" dirty="0" smtClean="0"/>
              <a:t>Planning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5105665" y="3080996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3 </a:t>
            </a:r>
          </a:p>
          <a:p>
            <a:pPr algn="ctr"/>
            <a:r>
              <a:rPr lang="de-CH" dirty="0" smtClean="0"/>
              <a:t>Implementation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7256095" y="3557941"/>
            <a:ext cx="2150430" cy="47694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4 </a:t>
            </a:r>
          </a:p>
          <a:p>
            <a:pPr algn="ctr"/>
            <a:r>
              <a:rPr lang="de-CH" dirty="0" smtClean="0"/>
              <a:t>Testing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9406525" y="4034886"/>
            <a:ext cx="2150430" cy="476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200" dirty="0" smtClean="0"/>
              <a:t>Milestone 5 </a:t>
            </a:r>
          </a:p>
          <a:p>
            <a:pPr algn="ctr"/>
            <a:r>
              <a:rPr lang="de-CH" dirty="0" smtClean="0"/>
              <a:t>Polishing</a:t>
            </a:r>
            <a:endParaRPr lang="en-GB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xmlns="" id="{D3D545CF-3252-4350-BE20-036D4272E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805" y="4034886"/>
            <a:ext cx="8601720" cy="2511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smtClean="0"/>
              <a:t>Milestone 4: Polishing / Documentation</a:t>
            </a:r>
          </a:p>
          <a:p>
            <a:r>
              <a:rPr lang="de-DE" dirty="0" smtClean="0"/>
              <a:t>Mirjam: Game Manual</a:t>
            </a:r>
          </a:p>
          <a:p>
            <a:r>
              <a:rPr lang="de-DE" dirty="0" smtClean="0"/>
              <a:t>André</a:t>
            </a:r>
            <a:r>
              <a:rPr lang="de-DE" dirty="0" smtClean="0"/>
              <a:t>: </a:t>
            </a:r>
            <a:r>
              <a:rPr lang="de-DE" dirty="0"/>
              <a:t>Unit-Tests, </a:t>
            </a:r>
            <a:r>
              <a:rPr lang="de-DE" dirty="0" smtClean="0"/>
              <a:t> Program Architecture Doc</a:t>
            </a:r>
          </a:p>
          <a:p>
            <a:r>
              <a:rPr lang="de-DE" dirty="0" smtClean="0"/>
              <a:t>Marton: QA Report</a:t>
            </a:r>
          </a:p>
          <a:p>
            <a:r>
              <a:rPr lang="de-DE" dirty="0" smtClean="0"/>
              <a:t>Mark: Unit-Tests,  Protocol Code Doc</a:t>
            </a:r>
            <a:endParaRPr lang="de-DE" dirty="0" smtClean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8351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7F52865F-7195-2A48-81DF-5B2EBB2C1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2383" y="842440"/>
            <a:ext cx="10058400" cy="1609344"/>
          </a:xfrm>
        </p:spPr>
        <p:txBody>
          <a:bodyPr>
            <a:normAutofit/>
          </a:bodyPr>
          <a:lstStyle/>
          <a:p>
            <a:r>
              <a:rPr lang="de-DE" sz="7200" dirty="0" smtClean="0"/>
              <a:t>Danke fürs zuhören!</a:t>
            </a:r>
            <a:endParaRPr lang="de-DE" sz="7200" dirty="0"/>
          </a:p>
        </p:txBody>
      </p:sp>
      <p:pic>
        <p:nvPicPr>
          <p:cNvPr id="1026" name="Picture 2" descr="C:\Users\starz\Desktop\New folder\da4e757674dc51f727b19f3718965b6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266" y="2629596"/>
            <a:ext cx="4333323" cy="2879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93832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olzart">
  <a:themeElements>
    <a:clrScheme name="Holzar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Holzart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Holzart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{CB0DB1AE-ED96-A741-B635-4A5EB0CBB7BE}tf10001070</Template>
  <TotalTime>70</TotalTime>
  <Words>536</Words>
  <Application>Microsoft Office PowerPoint</Application>
  <PresentationFormat>Custom</PresentationFormat>
  <Paragraphs>159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Holzart</vt:lpstr>
      <vt:lpstr>Chess Mania ! (Vierschach)</vt:lpstr>
      <vt:lpstr>Spiel &amp; Spielregeln (Vierschach)</vt:lpstr>
      <vt:lpstr>Softwareanforderungen / Mockup</vt:lpstr>
      <vt:lpstr>Funktionale Softwareanforderungen </vt:lpstr>
      <vt:lpstr>PowerPoint Presentation</vt:lpstr>
      <vt:lpstr>PowerPoint Presentation</vt:lpstr>
      <vt:lpstr>Nicht-Funktionale Softwareanforderungen </vt:lpstr>
      <vt:lpstr>Client – Server Funktionalität</vt:lpstr>
      <vt:lpstr>Projektorganisation</vt:lpstr>
      <vt:lpstr>Projektorganisation</vt:lpstr>
      <vt:lpstr>Projektorganisation</vt:lpstr>
      <vt:lpstr>Projektorganisation</vt:lpstr>
      <vt:lpstr>Projektorganisation</vt:lpstr>
      <vt:lpstr>Projektorganisation</vt:lpstr>
      <vt:lpstr>Danke fürs zuhören!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Mirjam Brunner</dc:creator>
  <cp:lastModifiedBy>starzynski.mark@gmail.com</cp:lastModifiedBy>
  <cp:revision>23</cp:revision>
  <dcterms:created xsi:type="dcterms:W3CDTF">2021-03-13T11:05:49Z</dcterms:created>
  <dcterms:modified xsi:type="dcterms:W3CDTF">2021-03-17T15:16:38Z</dcterms:modified>
</cp:coreProperties>
</file>